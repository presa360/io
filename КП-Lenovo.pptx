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235000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22402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ПРЕЗЕНТАЦИЯ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КП Lenovo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4526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Ноутбуки Lenovo для вашего бизнеса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2362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88696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777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8176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822960" cy="4572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943359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 — официальный партнёр Lenovo, поставляем корпоративную технику с 2012 года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62362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88696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777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8176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Проблема клиента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3347618" cy="3749040"/>
          </a:xfrm>
          <a:prstGeom prst="roundRect">
            <a:avLst>
              <a:gd name="adj" fmla="val 218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2615184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779776"/>
            <a:ext cx="28355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Устаревший парк техники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4712" y="3236976"/>
            <a:ext cx="283555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Сотрудники теряют время на медленных и зависающих ноутбуках, падает продуктивность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5754" y="2377440"/>
            <a:ext cx="3347618" cy="3749040"/>
          </a:xfrm>
          <a:prstGeom prst="roundRect">
            <a:avLst>
              <a:gd name="adj" fmla="val 218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1786" y="2615184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12" name="Text 10"/>
          <p:cNvSpPr/>
          <p:nvPr/>
        </p:nvSpPr>
        <p:spPr>
          <a:xfrm>
            <a:off x="4691786" y="2779776"/>
            <a:ext cx="28355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Разные модели и стандарты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1786" y="3236976"/>
            <a:ext cx="283555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Зоопарк устройств усложняет поддержку, обслуживание и закупку комплектующих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2829" y="2377440"/>
            <a:ext cx="3347618" cy="3749040"/>
          </a:xfrm>
          <a:prstGeom prst="roundRect">
            <a:avLst>
              <a:gd name="adj" fmla="val 218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8861" y="2615184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58861" y="2779776"/>
            <a:ext cx="28355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Нет гарантии и сервиса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8861" y="3236976"/>
            <a:ext cx="283555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поломке техника простаивает неделями, а бизнес теряет деньги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2362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88696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777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8176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Наше решение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402342" cy="3794760"/>
          </a:xfrm>
          <a:prstGeom prst="roundRect">
            <a:avLst>
              <a:gd name="adj" fmla="val 2410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" y="2642616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5322B"/>
          </a:solidFill>
          <a:ln/>
        </p:spPr>
      </p:sp>
      <p:sp>
        <p:nvSpPr>
          <p:cNvPr id="8" name="Shape 6"/>
          <p:cNvSpPr/>
          <p:nvPr/>
        </p:nvSpPr>
        <p:spPr>
          <a:xfrm>
            <a:off x="1344534" y="2807574"/>
            <a:ext cx="419892" cy="4198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79576" y="3648456"/>
            <a:ext cx="378055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Единый корпоративный стандарт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9576" y="4105656"/>
            <a:ext cx="378055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Подбираем линейку Lenovo под задачи и бюджет вашей команды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79576" y="5705856"/>
            <a:ext cx="37805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08766" y="2331720"/>
            <a:ext cx="5841681" cy="1778508"/>
          </a:xfrm>
          <a:prstGeom prst="roundRect">
            <a:avLst>
              <a:gd name="adj" fmla="val 5141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9662" y="2642616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5322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4620" y="2807574"/>
            <a:ext cx="419892" cy="4198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819662" y="3648456"/>
            <a:ext cx="521988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Поставка под ключ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19662" y="4105656"/>
            <a:ext cx="5219889" cy="-406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Привозим, настраиваем и вводим технику в эксплуатацию за вас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19662" y="3689604"/>
            <a:ext cx="521988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08766" y="4347972"/>
            <a:ext cx="5841681" cy="1778508"/>
          </a:xfrm>
          <a:prstGeom prst="roundRect">
            <a:avLst>
              <a:gd name="adj" fmla="val 5141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19662" y="465886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53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4620" y="4823826"/>
            <a:ext cx="419892" cy="4198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19662" y="5664708"/>
            <a:ext cx="521988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Сервис и поддержка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19662" y="6121908"/>
            <a:ext cx="5219889" cy="-406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Берём на себя гарантию, ремонт и подменный фонд на время ремонта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19662" y="5705856"/>
            <a:ext cx="521988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62362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88696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777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8176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Модельный ряд Lenovo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5131156" cy="1764792"/>
          </a:xfrm>
          <a:prstGeom prst="roundRect">
            <a:avLst>
              <a:gd name="adj" fmla="val 414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2615184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779776"/>
            <a:ext cx="46190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ThinkPad E14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4712" y="3236976"/>
            <a:ext cx="461909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Надёжный бизнес-ноутбук для офиса, 14 дюймов, Ryzen 5, 16 ГБ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9292" y="2377440"/>
            <a:ext cx="5131156" cy="1764792"/>
          </a:xfrm>
          <a:prstGeom prst="roundRect">
            <a:avLst>
              <a:gd name="adj" fmla="val 414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5324" y="2615184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75324" y="2779776"/>
            <a:ext cx="46190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ThinkPad X1 Carbon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5324" y="3236976"/>
            <a:ext cx="461909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Премиальный ультрабук для руководителей, вес 1.1 кг, экран 2.8K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361688"/>
            <a:ext cx="5131156" cy="1764792"/>
          </a:xfrm>
          <a:prstGeom prst="roundRect">
            <a:avLst>
              <a:gd name="adj" fmla="val 414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712" y="4599432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4764024"/>
            <a:ext cx="46190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IdeaPad Slim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4712" y="5221224"/>
            <a:ext cx="461909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Универсальное решение для сотрудников, баланс цены и производительности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9292" y="4361688"/>
            <a:ext cx="5131156" cy="1764792"/>
          </a:xfrm>
          <a:prstGeom prst="roundRect">
            <a:avLst>
              <a:gd name="adj" fmla="val 414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5324" y="4599432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75324" y="4764024"/>
            <a:ext cx="46190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ThinkBook 16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5324" y="5221224"/>
            <a:ext cx="461909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Модель для дизайнеров и аналитиков, большой экран и дискретная графика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2362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88696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777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8176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Преимущества Lenovo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3347618" cy="3749040"/>
          </a:xfrm>
          <a:prstGeom prst="roundRect">
            <a:avLst>
              <a:gd name="adj" fmla="val 218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2615184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779776"/>
            <a:ext cx="28355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Надёжность ThinkPad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4712" y="3236976"/>
            <a:ext cx="283555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Военные стандарты MIL-STD, клавиатура выдерживает пролитый кофе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5754" y="2377440"/>
            <a:ext cx="3347618" cy="3749040"/>
          </a:xfrm>
          <a:prstGeom prst="roundRect">
            <a:avLst>
              <a:gd name="adj" fmla="val 218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1786" y="2615184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12" name="Text 10"/>
          <p:cNvSpPr/>
          <p:nvPr/>
        </p:nvSpPr>
        <p:spPr>
          <a:xfrm>
            <a:off x="4691786" y="2779776"/>
            <a:ext cx="28355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Долгая работа от батареи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1786" y="3236976"/>
            <a:ext cx="283555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 15 часов автономности — весь рабочий день без розетки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2829" y="2377440"/>
            <a:ext cx="3347618" cy="3749040"/>
          </a:xfrm>
          <a:prstGeom prst="roundRect">
            <a:avLst>
              <a:gd name="adj" fmla="val 2185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8861" y="2615184"/>
            <a:ext cx="384048" cy="64008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58861" y="2779776"/>
            <a:ext cx="28355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Безопасность данных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8861" y="3236976"/>
            <a:ext cx="283555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Встроенный чип защиты и сканер отпечатка для корпоративных данных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62362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88696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7772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48176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Тарифы и условия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402342" cy="3794760"/>
          </a:xfrm>
          <a:prstGeom prst="roundRect">
            <a:avLst>
              <a:gd name="adj" fmla="val 2410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" y="2642616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5322B"/>
          </a:solidFill>
          <a:ln/>
        </p:spPr>
      </p:sp>
      <p:sp>
        <p:nvSpPr>
          <p:cNvPr id="8" name="Shape 6"/>
          <p:cNvSpPr/>
          <p:nvPr/>
        </p:nvSpPr>
        <p:spPr>
          <a:xfrm>
            <a:off x="1344534" y="2807574"/>
            <a:ext cx="419892" cy="4198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79576" y="3648456"/>
            <a:ext cx="378055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Старт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9576" y="4105656"/>
            <a:ext cx="378055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55 000 рублей за ноутбук, партия от 10 штук, доставка за наш счёт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79576" y="5705856"/>
            <a:ext cx="37805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08766" y="2331720"/>
            <a:ext cx="5841681" cy="1778508"/>
          </a:xfrm>
          <a:prstGeom prst="roundRect">
            <a:avLst>
              <a:gd name="adj" fmla="val 5141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9662" y="2642616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5322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4620" y="2807574"/>
            <a:ext cx="419892" cy="4198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819662" y="3648456"/>
            <a:ext cx="521988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Бизнес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19662" y="4105656"/>
            <a:ext cx="5219889" cy="-406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89 000 рублей, расширенная гарантия 3 года и приоритетная поддержка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19662" y="3689604"/>
            <a:ext cx="521988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08766" y="4347972"/>
            <a:ext cx="5841681" cy="1778508"/>
          </a:xfrm>
          <a:prstGeom prst="roundRect">
            <a:avLst>
              <a:gd name="adj" fmla="val 5141"/>
            </a:avLst>
          </a:prstGeom>
          <a:solidFill>
            <a:srgbClr val="F6F7F9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19662" y="465886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53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4620" y="4823826"/>
            <a:ext cx="419892" cy="4198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19662" y="5664708"/>
            <a:ext cx="521988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Премиум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19662" y="6121908"/>
            <a:ext cx="5219889" cy="-406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145 000 рублей, топовые модели X1 и полное сервисное сопровождение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19662" y="5705856"/>
            <a:ext cx="521988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62362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97840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8686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ПРЕИМУЩЕСТВА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48176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30" kern="0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ПОЧЕМУ МЫ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68680" y="2633472"/>
            <a:ext cx="402336" cy="402336"/>
          </a:xfrm>
          <a:prstGeom prst="ellipse">
            <a:avLst/>
          </a:prstGeom>
          <a:solidFill>
            <a:srgbClr val="E5322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72184" y="2606040"/>
            <a:ext cx="56489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Официальный партнёр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72184" y="3008376"/>
            <a:ext cx="56489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Прямые поставки от Lenovo без серых схем и подделок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529584"/>
            <a:ext cx="402336" cy="402336"/>
          </a:xfrm>
          <a:prstGeom prst="ellipse">
            <a:avLst/>
          </a:prstGeom>
          <a:solidFill>
            <a:srgbClr val="E532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9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72184" y="3502152"/>
            <a:ext cx="56489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Более 500 клиентов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72184" y="3904488"/>
            <a:ext cx="56489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Оснастили технику для компаний из ритейла, финансов и 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425696"/>
            <a:ext cx="402336" cy="402336"/>
          </a:xfrm>
          <a:prstGeom prst="ellipse">
            <a:avLst/>
          </a:prstGeom>
          <a:solidFill>
            <a:srgbClr val="E53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425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2184" y="4398264"/>
            <a:ext cx="56489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Быстрая поставка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72184" y="4800600"/>
            <a:ext cx="56489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Отгружаем со склада в Москве за 2-3 рабочих дня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39735" y="2057400"/>
            <a:ext cx="3200400" cy="3200400"/>
          </a:xfrm>
          <a:prstGeom prst="ellipse">
            <a:avLst/>
          </a:prstGeom>
          <a:ln w="15240">
            <a:solidFill>
              <a:srgbClr val="E7E9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6935" y="2514600"/>
            <a:ext cx="2286000" cy="2286000"/>
          </a:xfrm>
          <a:prstGeom prst="ellipse">
            <a:avLst/>
          </a:prstGeom>
          <a:ln w="15240">
            <a:solidFill>
              <a:srgbClr val="E7E9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39735" y="2057400"/>
            <a:ext cx="3200400" cy="3200400"/>
          </a:xfrm>
          <a:prstGeom prst="ellipse">
            <a:avLst/>
          </a:prstGeom>
          <a:ln w="40640">
            <a:solidFill>
              <a:srgbClr val="E532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9128455" y="3246120"/>
            <a:ext cx="822960" cy="822960"/>
          </a:xfrm>
          <a:prstGeom prst="rect">
            <a:avLst/>
          </a:prstGeom>
          <a:ln w="31750">
            <a:solidFill>
              <a:srgbClr val="E532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2362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1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481328"/>
            <a:ext cx="310896" cy="27432"/>
          </a:xfrm>
          <a:prstGeom prst="rect">
            <a:avLst/>
          </a:prstGeom>
          <a:solidFill>
            <a:srgbClr val="E5322B"/>
          </a:solidFill>
          <a:ln/>
        </p:spPr>
      </p:sp>
      <p:sp>
        <p:nvSpPr>
          <p:cNvPr id="4" name="Text 2"/>
          <p:cNvSpPr/>
          <p:nvPr/>
        </p:nvSpPr>
        <p:spPr>
          <a:xfrm>
            <a:off x="1289304" y="13716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2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LET’S TALK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spc="-8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начать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Оставьте заявку и получите бесплатный расчёт под вашу команду за один день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80060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E5322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00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Обсудить проект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6309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5322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62362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ТехноПоставка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71455" y="6236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F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09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368735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532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2026-07-02T04:24:42Z</dcterms:created>
  <dcterms:modified xsi:type="dcterms:W3CDTF">2026-07-02T04:24:42Z</dcterms:modified>
</cp:coreProperties>
</file>